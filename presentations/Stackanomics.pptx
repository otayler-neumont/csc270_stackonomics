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d9522fa85_0_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d9522fa85_0_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Ruby On Rails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TECH INTEGRATION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Rails covers the full stack — routing, views, database, and business logic in one framework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Ruby handles all application logic, sitting at the centre of every layer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Active Record removes the need for raw SQL — models map directly to database tables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Rails conventions handle common decisions upfront, reducing configuration and keeping codebases consistent across teams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Deployment is flexible — Heroku for simplicity, Docker/Kamal for control, Nginx for production-grade serving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CORE TECH STACK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Ruby is the language — known for clean, readable syntax and developer productivity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Rails is the framework — built on Ruby, provides MVC structure, routing, and tooling out of the box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MVC separates concerns: Models for data logic, Views for presentation, Controllers for request handling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Active Record is the ORM — abstracts database interaction into Ruby objects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PostgreSQL is the most common production database; MySQL and SQLite are also supported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Puma is the default web server; Nginx typically sits in front in production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Heroku, Docker, and Kamal cover deployment from simple to self-managed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RubyGems and Bundler manage dependencies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Active Job handles background processing, Action Cable handles real-time features, Active Storage handles file uploads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d9522fa85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dd9522fa85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Strengths &amp; Limitations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STRENGTHS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Rails is built for speed of development — generators, conventions, and built-in tooling mean less boilerplate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Convention over configuration means developers follow established patterns rather than making low-level decisions repeatedly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RubyGems hosts thousands of libraries — most common features like authentication, payments, and file handling have ready-made solutions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MVC structure and Rails conventions keep codebases readable and consistent, making onboarding and maintenance easier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Small teams can move fast without sacrificing structure — Rails scales well in terms of team size and complexity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LIMITATIONS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Ruby developer pool is smaller than PHP, JavaScript, or C# — can make hiring harder, especially outside major tech hubs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Rails apps can hit performance ceilings at very high traffic volumes and may need caching layers, background jobs, or architectural changes to compensate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raw throughput — high-frequency trading, heavy data processing, large-scale APIs — .NET and Go typically outperform Ruby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Rails is less established in traditional enterprise environments, where Java, .NET, and SAP ecosystems tend to dominate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Not a dealbreaker for most use cases, but worth flagging when pitching to large enterprise clients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d9522fa85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dd9522fa85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Real World &amp; Industry Rationale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WHY A COMPANY WOULD CHOOSE RAILS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Rails is the go-to choice when speed of delivery matters most — the framework handles so much out of the box that teams can ship a working product in days rather than weeks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Products that are still evolving benefit from Rails' flexibility — MVC structure and conventions make it easy to refactor and iterate without the codebase becoming hard to manage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Strong conventions mean new developers can onboard quickly — the structure is predictable, so less time is spent learning how a specific codebase is organised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Particularly well-suited to startups that need to validate ideas fast before investing in scale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Real world usage:</a:t>
            </a:r>
            <a:r>
              <a:rPr lang="en">
                <a:solidFill>
                  <a:schemeClr val="dk1"/>
                </a:solidFill>
              </a:rPr>
              <a:t> Shopify, GitLab, Basecamp, GitHub (historically)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INDUSTRY RATIONALE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Developer availability is the main trade-off — Ruby developers are plentiful in startup and product-focused environments but thinner on the ground in enterprise or government sectors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Speed of development is Rails' strongest argument — teams consistently ship faster compared to more verbose frameworks like Spring or ASP.NET, making it ideal for early-stage products and MVPs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Long-term maintainability is strong when conventions are followed — Rails codebases age well if the team sticks to standard patterns, but can become difficult to manage if those conventions are ignored or overridden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Integration with existing infrastructure is generally straightforward — Rails plays well with PostgreSQL, Redis, AWS, and most modern cloud tooling, though it may require more work to fit into legacy enterprise environments built around Java or .NET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companies using Rails at scale — Shopify in particular — demonstrate that it can handle serious production loads, but typically requires infrastructure investment and optimization to get there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d9522fa85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dd9522fa85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LAMP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TECH INTEGRATION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LAMP covers full stack </a:t>
            </a:r>
            <a:r>
              <a:rPr lang="en">
                <a:solidFill>
                  <a:schemeClr val="dk1"/>
                </a:solidFill>
              </a:rPr>
              <a:t>through</a:t>
            </a:r>
            <a:r>
              <a:rPr lang="en">
                <a:solidFill>
                  <a:schemeClr val="dk1"/>
                </a:solidFill>
              </a:rPr>
              <a:t> four components, Linux, Apache, MySQL, and PHP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PHP sits at the centre of logic handling requests, business rules, and responses.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Eloquent and Doctrine abstract database interaction into PHP objects.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Laravels built in conventions, resource routing, artisan CLI generators, and defined directory structures reduce setup decisions.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Apache handles serving on Linux </a:t>
            </a:r>
            <a:r>
              <a:rPr lang="en">
                <a:solidFill>
                  <a:schemeClr val="dk1"/>
                </a:solidFill>
              </a:rPr>
              <a:t>with</a:t>
            </a:r>
            <a:r>
              <a:rPr lang="en">
                <a:solidFill>
                  <a:schemeClr val="dk1"/>
                </a:solidFill>
              </a:rPr>
              <a:t> Nginx as a common alternative.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CORE TECH STACK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language of the stack is PHP, one of the most widely developed server-side languages.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Laravel is the dominating framework allowing for mvc patterns, Symfony is the enterprise level alternative, and Codeigniter is popular for lightweight projects.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MVC is the most consistent architecture used.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MySQL is the PHP database, and deeply integrated </a:t>
            </a:r>
            <a:r>
              <a:rPr lang="en">
                <a:solidFill>
                  <a:schemeClr val="dk1"/>
                </a:solidFill>
              </a:rPr>
              <a:t>with</a:t>
            </a:r>
            <a:r>
              <a:rPr lang="en">
                <a:solidFill>
                  <a:schemeClr val="dk1"/>
                </a:solidFill>
              </a:rPr>
              <a:t> PHP.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Apache is the traditional web server, but Nginx has been used more recently.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Composer manages dependencies.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PHPUnit covers testing, Redis for memcached caching, and Cron manages scheduled background tasks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d9522fa85_0_8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dd9522fa85_0_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Strengths and Limitations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</a:t>
            </a:r>
            <a:r>
              <a:rPr b="1" lang="en">
                <a:solidFill>
                  <a:schemeClr val="dk1"/>
                </a:solidFill>
              </a:rPr>
              <a:t>STRENGTHS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PHPs </a:t>
            </a:r>
            <a:r>
              <a:rPr lang="en">
                <a:solidFill>
                  <a:schemeClr val="dk1"/>
                </a:solidFill>
              </a:rPr>
              <a:t>developer pool is one of the largest, cheapest, and easiest to hire for than typical web languages.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Shared hosting support is universal, LAMP apps can be deployed on cheap hosting plans.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Well documented, has been in use for decades.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Laravel modernises PHP significantly bringing conventions, and developer tooling that makes it easier to develop </a:t>
            </a:r>
            <a:r>
              <a:rPr lang="en">
                <a:solidFill>
                  <a:schemeClr val="dk1"/>
                </a:solidFill>
              </a:rPr>
              <a:t>with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Composer and Packagist provide access to a vast </a:t>
            </a:r>
            <a:r>
              <a:rPr lang="en">
                <a:solidFill>
                  <a:schemeClr val="dk1"/>
                </a:solidFill>
              </a:rPr>
              <a:t>dependency</a:t>
            </a:r>
            <a:r>
              <a:rPr lang="en">
                <a:solidFill>
                  <a:schemeClr val="dk1"/>
                </a:solidFill>
              </a:rPr>
              <a:t> library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WordPress, Drupal, and Magento are PHP-native, and are the forefront of most web applications.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LIMITATIONS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PHPS history is inconsistent with design decisions creating mixed codebases.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Apaches process based currency model can become a bottleneck.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LAMP is less opinionated and teams </a:t>
            </a:r>
            <a:r>
              <a:rPr lang="en">
                <a:solidFill>
                  <a:schemeClr val="dk1"/>
                </a:solidFill>
              </a:rPr>
              <a:t>without</a:t>
            </a:r>
            <a:r>
              <a:rPr lang="en">
                <a:solidFill>
                  <a:schemeClr val="dk1"/>
                </a:solidFill>
              </a:rPr>
              <a:t> strong conventions can end up with </a:t>
            </a:r>
            <a:r>
              <a:rPr lang="en">
                <a:solidFill>
                  <a:schemeClr val="dk1"/>
                </a:solidFill>
              </a:rPr>
              <a:t>inconsistent</a:t>
            </a:r>
            <a:r>
              <a:rPr lang="en">
                <a:solidFill>
                  <a:schemeClr val="dk1"/>
                </a:solidFill>
              </a:rPr>
              <a:t> codebases.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Shared hosting </a:t>
            </a:r>
            <a:r>
              <a:rPr lang="en">
                <a:solidFill>
                  <a:schemeClr val="dk1"/>
                </a:solidFill>
              </a:rPr>
              <a:t>environments</a:t>
            </a:r>
            <a:r>
              <a:rPr lang="en">
                <a:solidFill>
                  <a:schemeClr val="dk1"/>
                </a:solidFill>
              </a:rPr>
              <a:t> are prone to security misconfigurations. </a:t>
            </a:r>
            <a:r>
              <a:rPr lang="en">
                <a:solidFill>
                  <a:schemeClr val="dk1"/>
                </a:solidFill>
              </a:rPr>
              <a:t>particularly for teams without dedicated infrastructure experience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Legacy PHP codebases often lag behind modern practices, causing </a:t>
            </a:r>
            <a:r>
              <a:rPr lang="en">
                <a:solidFill>
                  <a:schemeClr val="dk1"/>
                </a:solidFill>
              </a:rPr>
              <a:t>unhygienic</a:t>
            </a:r>
            <a:r>
              <a:rPr lang="en">
                <a:solidFill>
                  <a:schemeClr val="dk1"/>
                </a:solidFill>
              </a:rPr>
              <a:t> code.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d9522fa85_0_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dd9522fa85_0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Real World &amp; Rationale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WHY A COMPANY WOULD CHOOSE LAMP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Wide hiring access makes LAMP a low-risk choice for teams that need to scale headcount.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Low infrastructure costs make it practical for agencies, and small businesses.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community size means solutions, tutorials, and third-party integrations are almost always available.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Content-heavy sites and ecommerce projects benefit directly from the PHP-native CMS and platform ecosystem.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Real world usage:</a:t>
            </a:r>
            <a:r>
              <a:rPr lang="en">
                <a:solidFill>
                  <a:schemeClr val="dk1"/>
                </a:solidFill>
              </a:rPr>
              <a:t> WordPress.com, Wikipedia, Facebook (historically), Slack (historically)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INDUSTRY RATIONALE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Developer availablity is LAMP’s strongest card, the PHP talent pool is significantly larger than most stacks.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Development speed is high when using laravel,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Long term maintainability is the biggest risk, PHP projects without strong conventions or modern frameworks can be difficult to manage.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Integration </a:t>
            </a:r>
            <a:r>
              <a:rPr lang="en">
                <a:solidFill>
                  <a:schemeClr val="dk1"/>
                </a:solidFill>
              </a:rPr>
              <a:t>with</a:t>
            </a:r>
            <a:r>
              <a:rPr lang="en">
                <a:solidFill>
                  <a:schemeClr val="dk1"/>
                </a:solidFill>
              </a:rPr>
              <a:t> existing infrastructure is straightforward, LAMP fits naturally into shared hosting, cPanel-managed servers, and traditional web infrastructure.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d9522fa85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dd9522fa85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.NET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TECH INTEGRATION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C# handles all application logic — a statically typed, compiled language that catches errors at build time rather than runtime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ASP.NET Core is the framework layer — covering routing, page rendering, API construction, middleware pipelines, authentication, and dependency injection in a single cohesive system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Kestrel is the built-in cross-platform web server that runs the application directly — lightweight and fast, designed for modern cloud deployments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Entity Framework Core is the ORM — mapping C# classes to database tables and handling queries without requiring raw SQL in most cases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Azure and Microsoft tooling provide end-to-end deployment and monitoring support — tightly integrated with the stack in a way that competing cloud platforms aren't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CORE TECH STACK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C# is the language — statically typed, object-oriented, and compiled, making it well-suited to large teams and complex enterprise applications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ASP.NET Core is the framework — Microsoft's modern, cross-platform web framework, covering everything from REST APIs to full server-rendered web applications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.NET is the runtime — the execution environment that C# applications run on, cross-platform since .NET Core replaced the Windows-only .NET Framework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Kestrel is the default web server, typically paired with IIS on Windows, or Nginx and Apache on Linux in production environments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Entity Framework Core is the primary ORM — supports code-first and database-first workflows; direct SQL access via Dapper is also common for performance-sensitive queries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SQL Server is the canonical database for the stack, with strong Azure SQL integration; PostgreSQL and MySQL are supported for teams avoiding Microsoft's ecosystem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Visual Studio is the flagship IDE — feature-rich and deeply integrated with the .NET toolchain; VS Code is the lightweight alternative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NuGet manages packages, Azure DevOps and GitHub Actions handle CI/CD pipelines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d9522fa85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dd9522fa85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Strengths &amp; Limitations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STRENGTHS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ASP.NET Core consistently ranks among the fastest web frameworks available — well-suited to high-throughput APIs and services where Ruby or PHP would require significant optimisation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Visual Studio is one of the most mature IDEs in the industry — built-in debugging, profiling, refactoring, and IntelliSense reduce friction for large development teams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Long-term support releases provide multi-year stability guarantees — important for enterprise clients and regulated industries that can't afford frequent breaking changes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Authentication, authorisation, and identity management are built into the framework — fewer third-party dependencies required for security-critical features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.NET runs consistently across Windows, Linux, Docker, and major cloud platforms — deployment flexibility has improved significantly since the move to .NET Core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C# developers are widely available — particularly in enterprise, finance, and government sectors where the Microsoft ecosystem is already established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LIMITATIONS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framework's depth can be overwhelming for developers coming from simpler stacks — concepts like dependency injection, middleware pipelines, and the .NET hosting model have a steeper learning curve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ASP.NET Core requires more upfront architectural decisions than Rails or Laravel — less is decided by convention, which adds flexibility but increases setup time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Microsoft ecosystem tooling — Visual Studio licences, Azure services, SQL Server — can add meaningful cost compared to open-source alternatives across the full stack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small projects, simple websites, or early-stage MVPs, the stack introduces more complexity than necessary — Rails or LAMP will typically deliver faster results with less overhead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d9522fa85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dd9522fa85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Real World &amp; Rationale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WHY A COMPANY WOULD CHOOSE .NET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Organisations that prioritise reliability and performance over development speed will find .NET the most compelling choice — the framework is built for systems that need to run consistently under heavy load for years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Companies already invested in Microsoft infrastructure — Azure, Active Directory, SQL Server, Office 365 — benefit from deep integration that reduces friction across deployment, authentication, and monitoring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Enterprise systems with long maintenance windows are well served by .NET's LTS release cycle — guaranteed support periods reduce the risk of framework-level breaking changes disrupting production systems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Real world usage:</a:t>
            </a:r>
            <a:r>
              <a:rPr lang="en">
                <a:solidFill>
                  <a:schemeClr val="dk1"/>
                </a:solidFill>
              </a:rPr>
              <a:t> Stack Overflow, Microsoft web services, nopCommerce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INDUSTRY RATIONALE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Developer availability is strong in enterprise, finance, and government sectors — C# and .NET are deeply embedded in these industries, making hiring straightforward for organisations operating in those spaces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Speed of development is moderate compared to Rails or Laravel — the additional architectural setup pays dividends at scale, but adds overhead for smaller or faster-moving teams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Long-term maintainability is one of .NET's strongest arguments — statically typed code, strong IDE support, and LTS releases make large codebases easier to manage over multi-year lifespans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Integration with existing infrastructure is where .NET has a clear edge over the other two stacks — for organisations running Windows Server, Azure, or Microsoft 365, the ecosystem fits naturally without additional configuration or bridging tools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Companies like Stack Overflow demonstrate that .NET can power high-traffic, developer-facing products at scale — not just internal enterprise tooling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d9522fa85_0_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dd9522fa85_0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Comparative Analysis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USE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Rails has the most structured learning path, conventions guide developers toward correct </a:t>
            </a:r>
            <a:r>
              <a:rPr lang="en">
                <a:solidFill>
                  <a:schemeClr val="dk1"/>
                </a:solidFill>
              </a:rPr>
              <a:t>patterns from the start.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.NET requies more upfront investment, dependency </a:t>
            </a:r>
            <a:r>
              <a:rPr lang="en">
                <a:solidFill>
                  <a:schemeClr val="dk1"/>
                </a:solidFill>
              </a:rPr>
              <a:t>injection</a:t>
            </a:r>
            <a:r>
              <a:rPr lang="en">
                <a:solidFill>
                  <a:schemeClr val="dk1"/>
                </a:solidFill>
              </a:rPr>
              <a:t>, middleware, and the broader microsoft ecosystem all add complexity, but that complexity pays off in large scale enterprise contexts.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LAMP has the lowest barrier to entry, PHP is easy to pick up and hosting is cheap, but without strong conventions or framework discipline projects become difficult to manage.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PERFORMANCE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.NEt is the clear leader for raw throughput, compiled, statically </a:t>
            </a:r>
            <a:r>
              <a:rPr lang="en">
                <a:solidFill>
                  <a:schemeClr val="dk1"/>
                </a:solidFill>
              </a:rPr>
              <a:t>typed, and runtime-optimised, making it the right choice for high frequency, high concurrency, or intensive workloads.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Rails performs well at scale when the application is architected correctly, caching layers, background jobs, and </a:t>
            </a:r>
            <a:r>
              <a:rPr lang="en">
                <a:solidFill>
                  <a:schemeClr val="dk1"/>
                </a:solidFill>
              </a:rPr>
              <a:t>database</a:t>
            </a:r>
            <a:r>
              <a:rPr lang="en">
                <a:solidFill>
                  <a:schemeClr val="dk1"/>
                </a:solidFill>
              </a:rPr>
              <a:t> optimization are the typical levers.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LAMP performance is highly variable, a well configured laravel application on Nginx with Redis caching can perform strongly, but a pooly structured PHP app on a default Apache setup will struggle.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COMMUNITY — SPEAKER NOTES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.NET’s community is deeply embedded in enterprise, finance, government, and large scale software, microsofts backing ensures long term support, extensive documentation, and a pipeline of improvements.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LAMPS community is the broadest in terms of size, decades of PHP adoption meand nourmous amonuts of tutorials, stack overflow answers, open source packages, and CMS ecosystems.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Rails has a smaller community by comparison, but it is highly active and technically focused, the framework has been a consistent driver of web development best </a:t>
            </a:r>
            <a:r>
              <a:rPr lang="en">
                <a:solidFill>
                  <a:schemeClr val="dk1"/>
                </a:solidFill>
              </a:rPr>
              <a:t>practices</a:t>
            </a:r>
            <a:r>
              <a:rPr lang="en">
                <a:solidFill>
                  <a:schemeClr val="dk1"/>
                </a:solidFill>
              </a:rPr>
              <a:t>, and its community takes pride in producing high quality libraries and well </a:t>
            </a:r>
            <a:r>
              <a:rPr lang="en">
                <a:solidFill>
                  <a:schemeClr val="dk1"/>
                </a:solidFill>
              </a:rPr>
              <a:t>maintained</a:t>
            </a:r>
            <a:r>
              <a:rPr lang="en">
                <a:solidFill>
                  <a:schemeClr val="dk1"/>
                </a:solidFill>
              </a:rPr>
              <a:t> projects.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Stackanomics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Oscar Tayler, and Christian McCulley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Ruby on Rails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INTEGRATION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Rails provides a complete full-stack framework.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Ruby handles application logic.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Active Record connects the app to the database.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Rails conventions reduce setup time and keep projects organized.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Deployment tools make it possible to run Rails on cloud platforms or self-managed servers.</a:t>
            </a:r>
            <a:endParaRPr/>
          </a:p>
        </p:txBody>
      </p:sp>
      <p:sp>
        <p:nvSpPr>
          <p:cNvPr id="285" name="Google Shape;285;p14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TECH </a:t>
            </a:r>
            <a:r>
              <a:rPr lang="en"/>
              <a:t>STACK</a:t>
            </a:r>
            <a:endParaRPr/>
          </a:p>
          <a:p>
            <a:pPr indent="-29876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Language</a:t>
            </a:r>
            <a:r>
              <a:rPr lang="en"/>
              <a:t>: Ruby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Framework</a:t>
            </a:r>
            <a:r>
              <a:rPr lang="en"/>
              <a:t>: Rails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Architecture</a:t>
            </a:r>
            <a:r>
              <a:rPr lang="en"/>
              <a:t>: MVC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Database Layer</a:t>
            </a:r>
            <a:r>
              <a:rPr lang="en"/>
              <a:t>: Active Record ORM</a:t>
            </a:r>
            <a:endParaRPr/>
          </a:p>
          <a:p>
            <a:pPr indent="-287973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Common Databases: PostgreSQL, MySQL, SQLite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Web Server / Deployment</a:t>
            </a:r>
            <a:r>
              <a:rPr lang="en"/>
              <a:t>: Puma, Nginx, Passenger, Heroku, Kamal, Docker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Supporting Tools</a:t>
            </a:r>
            <a:r>
              <a:rPr lang="en"/>
              <a:t>: RubyGems, Bundler, Rails generators, Active Job, Action Cable, Active Storage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RoR - Strengths &amp; Limitations</a:t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Very fast development speed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Strong “convention over configuration” design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Large library ecosystem through RubyGems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Clean structure makes apps easier to maintain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Good for small teams building quickly</a:t>
            </a:r>
            <a:endParaRPr/>
          </a:p>
        </p:txBody>
      </p:sp>
      <p:sp>
        <p:nvSpPr>
          <p:cNvPr id="292" name="Google Shape;292;p1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Smaller developer hiring pool than PHP or C#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Can require optimization at very large scale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Performance is usually not as strong as .NET for high-throughput services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Less common in traditional enterprise environments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ROR - Real World &amp; Rational</a:t>
            </a:r>
            <a:endParaRPr/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 company would choose Rails?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Best for teams that need to build quickly.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Good choice when the product is still changing often.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Strong conventions help keep code organized.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Useful for startups that need a working product before scaling.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Real World Usage: Shopify, GitLab, Basecamp, GitHub(historically)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LAMP(Linux, Apache, MySQL, and PHP)</a:t>
            </a:r>
            <a:endParaRPr/>
          </a:p>
        </p:txBody>
      </p:sp>
      <p:sp>
        <p:nvSpPr>
          <p:cNvPr id="304" name="Google Shape;304;p17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INTEGRATION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Lamp provides a complete full-stack </a:t>
            </a:r>
            <a:r>
              <a:rPr lang="en"/>
              <a:t>environment through the coordinated work of its four components.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PHP handles application logic.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Eloquent (Laravel) or Doctrine (Symfony) connects the app to MySQL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Laravel's conventions — resource routing, artisan generators, directory structure — reduce setup time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Apache or Nginx serves the application on Linux, while tools like Docker, Laravel Forge, or cPanel make it straightforward to deploy on cloud platforms </a:t>
            </a:r>
            <a:endParaRPr/>
          </a:p>
        </p:txBody>
      </p:sp>
      <p:sp>
        <p:nvSpPr>
          <p:cNvPr id="305" name="Google Shape;305;p17"/>
          <p:cNvSpPr txBox="1"/>
          <p:nvPr>
            <p:ph idx="4294967295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TECH STACK</a:t>
            </a:r>
            <a:endParaRPr/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Language</a:t>
            </a:r>
            <a:r>
              <a:rPr lang="en"/>
              <a:t>: PHP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Framework</a:t>
            </a:r>
            <a:r>
              <a:rPr lang="en"/>
              <a:t>: Laravel, Symfony, Codeigniter, and others.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Architecture</a:t>
            </a:r>
            <a:r>
              <a:rPr lang="en"/>
              <a:t>: MVC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Database Layer</a:t>
            </a:r>
            <a:r>
              <a:rPr lang="en"/>
              <a:t>: MySQL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Web Server / Deployment</a:t>
            </a:r>
            <a:r>
              <a:rPr lang="en"/>
              <a:t>: Apache	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Supporting Tools</a:t>
            </a:r>
            <a:r>
              <a:rPr lang="en"/>
              <a:t>: Composer (package manager, analogous to Bundler), PHPUnit for testing, Redis/Memcached for caching, Cron for background jobs.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LAMP - Strengths &amp; Limitations</a:t>
            </a:r>
            <a:endParaRPr/>
          </a:p>
        </p:txBody>
      </p:sp>
      <p:sp>
        <p:nvSpPr>
          <p:cNvPr id="311" name="Google Shape;311;p18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STRENGTHS</a:t>
            </a:r>
            <a:endParaRPr/>
          </a:p>
          <a:p>
            <a:pPr indent="-29257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Enormous developer hiring pool</a:t>
            </a:r>
            <a:r>
              <a:rPr lang="en"/>
              <a:t> — PHP powers a huge share of the web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Extremely low barrier to entry — cheap shared hosting, widely available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Mature, battle-tested stack with decades of production use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Laravel brings high level productivity to PHP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Massive ecosystem through Composer and Packagist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WordPress, Drupal, and Magento mean many CMS/ecommerce integrations are PHP-native</a:t>
            </a:r>
            <a:endParaRPr/>
          </a:p>
        </p:txBody>
      </p:sp>
      <p:sp>
        <p:nvSpPr>
          <p:cNvPr id="312" name="Google Shape;312;p18"/>
          <p:cNvSpPr txBox="1"/>
          <p:nvPr>
            <p:ph idx="4294967295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PHP's inconsistent language design and legacy codebases can create technical debt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Apache's process-based model can struggle under very high concurrency 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More setup decisions left to the developer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Security misconfigurations are common in shared hosting environments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Slower adoption of modern development practices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LAMP - Real World &amp; Rational</a:t>
            </a:r>
            <a:endParaRPr/>
          </a:p>
        </p:txBody>
      </p:sp>
      <p:sp>
        <p:nvSpPr>
          <p:cNvPr id="318" name="Google Shape;318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 COMPANY WOULD CHOOSE LAMP</a:t>
            </a:r>
            <a:endParaRPr/>
          </a:p>
          <a:p>
            <a:pPr indent="-311150" lvl="0" marL="9144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Best for teams that need wide hiring access and low infrastructure costs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Good choice when deploying to shared or budget hosting environments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Large community means abundant tutorials, plugins, and third-party support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Useful for content-heavy sites, CMS builds, or ecommerce projects (especially WordPress/Magento)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Real world usage: WordPress.com, Wikipedia, Facebook (historically), Slack (historically)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.NET</a:t>
            </a:r>
            <a:endParaRPr/>
          </a:p>
        </p:txBody>
      </p:sp>
      <p:sp>
        <p:nvSpPr>
          <p:cNvPr id="324" name="Google Shape;324;p20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TECH INTEGRATION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C# is used to write application logic.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ASP.NET Core handles routing, web pages, APIs, middleware, authentication, and services.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Kestrel runs the web application.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Entity Framework Core connects the app to databases.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Azure and Microsoft tooling provide strong deployment and monitoring support.</a:t>
            </a:r>
            <a:endParaRPr/>
          </a:p>
        </p:txBody>
      </p:sp>
      <p:sp>
        <p:nvSpPr>
          <p:cNvPr id="325" name="Google Shape;325;p20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TECH STACK</a:t>
            </a:r>
            <a:endParaRPr/>
          </a:p>
          <a:p>
            <a:pPr indent="-29876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Language</a:t>
            </a:r>
            <a:r>
              <a:rPr lang="en"/>
              <a:t>: C#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Framework</a:t>
            </a:r>
            <a:r>
              <a:rPr lang="en"/>
              <a:t>: ASP.NET Core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Runtime</a:t>
            </a:r>
            <a:r>
              <a:rPr lang="en"/>
              <a:t>: .NET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Web Server</a:t>
            </a:r>
            <a:r>
              <a:rPr lang="en"/>
              <a:t>: Kestrel, often paired with IIS, Nginx, or Apache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Database Layer</a:t>
            </a:r>
            <a:r>
              <a:rPr lang="en"/>
              <a:t>: Entity Framework Core or direct SQL access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Common Databases</a:t>
            </a:r>
            <a:r>
              <a:rPr lang="en"/>
              <a:t>: SQL Server, PostgreSQL, MySQL, Azure SQL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Development Tools</a:t>
            </a:r>
            <a:r>
              <a:rPr lang="en"/>
              <a:t>: Visual Studio, Visual Studio Code, NuGet, Azure DevOps, GitHub Actions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.NET - Strengths &amp; Limitations</a:t>
            </a:r>
            <a:endParaRPr/>
          </a:p>
        </p:txBody>
      </p:sp>
      <p:sp>
        <p:nvSpPr>
          <p:cNvPr id="331" name="Google Shape;331;p21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Strong performance and scalability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Excellent tooling through Visual Studio and Microsoft Learn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Long-term support versions make it reliable for businesses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Strong security and authentication features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Works well on Windows, Linux, Docker, and cloud platforms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Large C# developer pool</a:t>
            </a:r>
            <a:endParaRPr/>
          </a:p>
        </p:txBody>
      </p:sp>
      <p:sp>
        <p:nvSpPr>
          <p:cNvPr id="332" name="Google Shape;332;p21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Can feel more complex than Rails or LAMP for beginners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More architectural design is required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Microsoft ecosystem tools increase cost in many environments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Overkill for small websites or simple MVPs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.NET - Real World &amp; Rational</a:t>
            </a:r>
            <a:endParaRPr/>
          </a:p>
        </p:txBody>
      </p:sp>
      <p:sp>
        <p:nvSpPr>
          <p:cNvPr id="338" name="Google Shape;338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 company would choose .NET</a:t>
            </a:r>
            <a:endParaRPr/>
          </a:p>
          <a:p>
            <a:pPr indent="-311150" lvl="0" marL="9144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Best for organizations that need reliability, performance, and long-term support.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Strong fit for companies already using Microsoft infrastructure.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Good for enterprise systems that must be maintained for years.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Real World Usage: Stack Overflow, Microsoft web services, nopCommerce, Most Gov’t services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Comparative</a:t>
            </a:r>
            <a:r>
              <a:rPr lang="en"/>
              <a:t> Analysis</a:t>
            </a:r>
            <a:endParaRPr/>
          </a:p>
        </p:txBody>
      </p:sp>
      <p:sp>
        <p:nvSpPr>
          <p:cNvPr id="344" name="Google Shape;344;p23"/>
          <p:cNvSpPr txBox="1"/>
          <p:nvPr>
            <p:ph idx="1" type="body"/>
          </p:nvPr>
        </p:nvSpPr>
        <p:spPr>
          <a:xfrm>
            <a:off x="0" y="1990050"/>
            <a:ext cx="2856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Rails is fastest to learn as a structured framework.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.NET is more complex but powerful.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LAMP is easy to start but easier to mismanage.</a:t>
            </a:r>
            <a:endParaRPr/>
          </a:p>
        </p:txBody>
      </p:sp>
      <p:sp>
        <p:nvSpPr>
          <p:cNvPr id="345" name="Google Shape;345;p23"/>
          <p:cNvSpPr txBox="1"/>
          <p:nvPr>
            <p:ph idx="2" type="body"/>
          </p:nvPr>
        </p:nvSpPr>
        <p:spPr>
          <a:xfrm>
            <a:off x="6287100" y="1990050"/>
            <a:ext cx="2856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.NET has the strongest enterprise ecosystem.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LAMP has the broadest web hosting and CMS ecosystem.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Rails has a smaller but highly dedicated community.</a:t>
            </a:r>
            <a:endParaRPr/>
          </a:p>
        </p:txBody>
      </p:sp>
      <p:sp>
        <p:nvSpPr>
          <p:cNvPr id="346" name="Google Shape;346;p23"/>
          <p:cNvSpPr txBox="1"/>
          <p:nvPr>
            <p:ph idx="1" type="body"/>
          </p:nvPr>
        </p:nvSpPr>
        <p:spPr>
          <a:xfrm>
            <a:off x="3143550" y="1990050"/>
            <a:ext cx="2856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.NET is strongest for raw performance.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Rails scales well with good architecture.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LAMP scales well, but depends heavily on configuration and application quality.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